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-403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Real Estate Investment Advisor:</a:t>
            </a:r>
          </a:p>
          <a:p>
            <a:r>
              <a:t>Predicting Property Profitability &amp; Future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Project type-</a:t>
            </a:r>
            <a:r>
              <a:rPr lang="en-US" dirty="0" smtClean="0"/>
              <a:t>Individual </a:t>
            </a:r>
            <a:r>
              <a:rPr lang="en-US" dirty="0" smtClean="0"/>
              <a:t>Project</a:t>
            </a:r>
          </a:p>
          <a:p>
            <a:r>
              <a:rPr lang="en-IN" dirty="0" smtClean="0"/>
              <a:t> </a:t>
            </a:r>
            <a:r>
              <a:rPr lang="en-IN" dirty="0" err="1" smtClean="0"/>
              <a:t>Name:MB</a:t>
            </a:r>
            <a:r>
              <a:rPr lang="en-IN" dirty="0" smtClean="0"/>
              <a:t> </a:t>
            </a:r>
            <a:r>
              <a:rPr lang="en-IN" dirty="0" err="1" smtClean="0"/>
              <a:t>Bhanuprakash</a:t>
            </a:r>
            <a:endParaRPr lang="en-IN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Overview of real estate investment </a:t>
            </a:r>
            <a:r>
              <a:rPr dirty="0" smtClean="0"/>
              <a:t>challenges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Role of data-driven </a:t>
            </a:r>
            <a:r>
              <a:rPr dirty="0" smtClean="0"/>
              <a:t>decision-making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Project goal: build an ML-based investment advisor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Investors struggle to evaluate profitability </a:t>
            </a:r>
            <a:r>
              <a:rPr dirty="0" smtClean="0"/>
              <a:t>accurately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Property value depends on multiple dynamic </a:t>
            </a:r>
            <a:r>
              <a:rPr dirty="0" smtClean="0"/>
              <a:t>factors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Need a system to classify and predict future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Predict future property value using ML </a:t>
            </a:r>
            <a:r>
              <a:rPr dirty="0" smtClean="0"/>
              <a:t>models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Classify properties as profitable or </a:t>
            </a:r>
            <a:r>
              <a:rPr dirty="0" smtClean="0"/>
              <a:t>not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Assist investors with actionable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Historical property sales </a:t>
            </a:r>
            <a:r>
              <a:rPr dirty="0" smtClean="0"/>
              <a:t>data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Location, size, age, </a:t>
            </a:r>
            <a:r>
              <a:rPr dirty="0" smtClean="0"/>
              <a:t>amenities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Market trends and external indicators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Detected correlations between size and </a:t>
            </a:r>
            <a:r>
              <a:rPr dirty="0" smtClean="0"/>
              <a:t>price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Identified outliers and missing </a:t>
            </a:r>
            <a:r>
              <a:rPr dirty="0" smtClean="0"/>
              <a:t>data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Visualized distribution of key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Data preprocessing and feature </a:t>
            </a:r>
            <a:r>
              <a:rPr dirty="0" smtClean="0"/>
              <a:t>engineering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Regression for price </a:t>
            </a:r>
            <a:r>
              <a:rPr dirty="0" smtClean="0"/>
              <a:t>prediction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Classification for profitability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08315" y="584422"/>
            <a:ext cx="6694714" cy="596333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Algorithms used: Linear Regression, Random Forest, </a:t>
            </a:r>
            <a:r>
              <a:rPr dirty="0" err="1" smtClean="0"/>
              <a:t>XGBoost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Training–testing split: </a:t>
            </a:r>
            <a:r>
              <a:rPr dirty="0" smtClean="0"/>
              <a:t>80/20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Metrics used: RMSE, R²,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Best performing model: Random </a:t>
            </a:r>
            <a:r>
              <a:rPr dirty="0" smtClean="0"/>
              <a:t>Forest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High accuracy in classification </a:t>
            </a:r>
            <a:r>
              <a:rPr dirty="0" smtClean="0"/>
              <a:t>tasks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Strong predictive capability for property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ML models provide reliable investment </a:t>
            </a:r>
            <a:r>
              <a:rPr dirty="0" smtClean="0"/>
              <a:t>insights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Improves decision-making for </a:t>
            </a:r>
            <a:r>
              <a:rPr dirty="0" smtClean="0"/>
              <a:t>investors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Future improvements can boost accuracy further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Include real-time market </a:t>
            </a:r>
            <a:r>
              <a:rPr dirty="0" smtClean="0"/>
              <a:t>data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Add rental yield </a:t>
            </a:r>
            <a:r>
              <a:rPr dirty="0" smtClean="0"/>
              <a:t>prediction</a:t>
            </a:r>
            <a:endParaRPr lang="en-IN" dirty="0" smtClean="0"/>
          </a:p>
          <a:p>
            <a:pPr lvl="1"/>
            <a:endParaRPr dirty="0"/>
          </a:p>
          <a:p>
            <a:pPr lvl="1"/>
            <a:r>
              <a:rPr dirty="0"/>
              <a:t>Develop a full mobile/web application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55</TotalTime>
  <Words>205</Words>
  <Application>Microsoft Office PowerPoint</Application>
  <PresentationFormat>On-screen Show (4:3)</PresentationFormat>
  <Paragraphs>74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Urban</vt:lpstr>
      <vt:lpstr>Real Estate Investment Advisor: Predicting Property Profitability &amp; Future Value</vt:lpstr>
      <vt:lpstr>Introduction</vt:lpstr>
      <vt:lpstr>Problem Statement</vt:lpstr>
      <vt:lpstr>Objectives</vt:lpstr>
      <vt:lpstr>Dataset &amp; Features</vt:lpstr>
      <vt:lpstr>EDA Insights</vt:lpstr>
      <vt:lpstr>Methodology</vt:lpstr>
      <vt:lpstr>Slide 8</vt:lpstr>
      <vt:lpstr>Model Building</vt:lpstr>
      <vt:lpstr>Results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Investment Advisor: Predicting Property Profitability &amp; Future Value</dc:title>
  <dc:subject/>
  <dc:creator/>
  <cp:keywords/>
  <dc:description>generated using python-pptx</dc:description>
  <cp:lastModifiedBy>M B BHANU PRAKASH</cp:lastModifiedBy>
  <cp:revision>7</cp:revision>
  <dcterms:created xsi:type="dcterms:W3CDTF">2013-01-27T09:14:16Z</dcterms:created>
  <dcterms:modified xsi:type="dcterms:W3CDTF">2025-12-12T15:12:28Z</dcterms:modified>
  <cp:category/>
</cp:coreProperties>
</file>